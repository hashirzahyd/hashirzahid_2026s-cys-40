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2560320"/>
            <a:ext cx="3474720" cy="3474720"/>
          </a:xfrm>
          <a:prstGeom prst="ellipse">
            <a:avLst/>
          </a:prstGeom>
          <a:ln w="1270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2971800"/>
            <a:ext cx="2651760" cy="2651760"/>
          </a:xfrm>
          <a:prstGeom prst="ellipse">
            <a:avLst/>
          </a:prstGeom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383280"/>
            <a:ext cx="1828800" cy="1828800"/>
          </a:xfrm>
          <a:prstGeom prst="ellipse">
            <a:avLst/>
          </a:prstGeom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74736" y="42428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-1417320" y="-1463040"/>
            <a:ext cx="3474720" cy="3474720"/>
          </a:xfrm>
          <a:prstGeom prst="ellipse">
            <a:avLst/>
          </a:prstGeom>
          <a:ln w="1270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05840" y="-1051560"/>
            <a:ext cx="2651760" cy="2651760"/>
          </a:xfrm>
          <a:prstGeom prst="ellipse">
            <a:avLst/>
          </a:prstGeom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594360" y="-640080"/>
            <a:ext cx="1828800" cy="1828800"/>
          </a:xfrm>
          <a:prstGeom prst="ellipse">
            <a:avLst/>
          </a:prstGeom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" y="2194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STORE MANAGEMENT SYSTEM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CoreStock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PyQt5 desktop application for real-time inventory,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movement, and supplier management.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6459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Hashir Zahid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8B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2026(S)-CYS-40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CORESTOCK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Manual Tracking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4328" cy="2697480"/>
          </a:xfrm>
          <a:prstGeom prst="roundRect">
            <a:avLst>
              <a:gd name="adj" fmla="val 313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75688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223089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0720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Stock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64408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GPUs, CPUs, RAM, and monitors change hands constantly — paper records can't keep up.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9856" y="1783080"/>
            <a:ext cx="2624328" cy="2697480"/>
          </a:xfrm>
          <a:prstGeom prst="roundRect">
            <a:avLst>
              <a:gd name="adj" fmla="val 313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2075688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577" y="222308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80720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94176" y="3264408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leads to mismatched counts, overselling, and data inconsistencies.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91072" y="1783080"/>
            <a:ext cx="2624328" cy="2697480"/>
          </a:xfrm>
          <a:prstGeom prst="roundRect">
            <a:avLst>
              <a:gd name="adj" fmla="val 313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075688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93" y="222308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2807208"/>
            <a:ext cx="207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65392" y="3264408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 for low stock — reordering happens too late.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CoreStock Sets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2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94360" y="3246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define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system's scope.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60520" y="1481328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9882" y="1590690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27448" y="144475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27448" y="1709928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 for staff access.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60520" y="2157984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882" y="2267346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212140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27448" y="2386584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search, and delete products across 9 categories.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60520" y="283464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882" y="294400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27448" y="279806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Stock Tracking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27448" y="306324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 movements update quantities automatically.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160520" y="3511296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882" y="3620658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27448" y="34747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Directory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727448" y="3739896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contact and order management.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160520" y="418795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9882" y="4297314"/>
            <a:ext cx="201900" cy="2019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27448" y="415137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Reports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727448" y="4416552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for inventory and movement logs.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87552" y="210312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747" y="22933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9923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31927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57984" y="2194560"/>
            <a:ext cx="10973" cy="1417320"/>
          </a:xfrm>
          <a:prstGeom prst="rect">
            <a:avLst/>
          </a:prstGeom>
          <a:solidFill>
            <a:srgbClr val="E4E8EC"/>
          </a:solidFill>
          <a:ln/>
        </p:spPr>
      </p:sp>
      <p:sp>
        <p:nvSpPr>
          <p:cNvPr id="10" name="Shape 7"/>
          <p:cNvSpPr/>
          <p:nvPr/>
        </p:nvSpPr>
        <p:spPr>
          <a:xfrm>
            <a:off x="2596896" y="210312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91" y="22933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57984" y="299923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157984" y="331927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framework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67328" y="2194560"/>
            <a:ext cx="10973" cy="1417320"/>
          </a:xfrm>
          <a:prstGeom prst="rect">
            <a:avLst/>
          </a:prstGeom>
          <a:solidFill>
            <a:srgbClr val="E4E8EC"/>
          </a:solidFill>
          <a:ln/>
        </p:spPr>
      </p:sp>
      <p:sp>
        <p:nvSpPr>
          <p:cNvPr id="15" name="Shape 11"/>
          <p:cNvSpPr/>
          <p:nvPr/>
        </p:nvSpPr>
        <p:spPr>
          <a:xfrm>
            <a:off x="4206240" y="210312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435" y="229331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67328" y="299923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767328" y="331927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database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376672" y="2194560"/>
            <a:ext cx="10973" cy="1417320"/>
          </a:xfrm>
          <a:prstGeom prst="rect">
            <a:avLst/>
          </a:prstGeom>
          <a:solidFill>
            <a:srgbClr val="E4E8EC"/>
          </a:solidFill>
          <a:ln/>
        </p:spPr>
      </p:sp>
      <p:sp>
        <p:nvSpPr>
          <p:cNvPr id="20" name="Shape 15"/>
          <p:cNvSpPr/>
          <p:nvPr/>
        </p:nvSpPr>
        <p:spPr>
          <a:xfrm>
            <a:off x="5815584" y="210312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779" y="229331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76672" y="299923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376672" y="331927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86016" y="2194560"/>
            <a:ext cx="10973" cy="1417320"/>
          </a:xfrm>
          <a:prstGeom prst="rect">
            <a:avLst/>
          </a:prstGeom>
          <a:solidFill>
            <a:srgbClr val="E4E8EC"/>
          </a:solidFill>
          <a:ln/>
        </p:spPr>
      </p:sp>
      <p:sp>
        <p:nvSpPr>
          <p:cNvPr id="25" name="Shape 19"/>
          <p:cNvSpPr/>
          <p:nvPr/>
        </p:nvSpPr>
        <p:spPr>
          <a:xfrm>
            <a:off x="7424928" y="210312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123" y="2293315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86016" y="2999232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986016" y="331927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hosting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STRUCTURED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569464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69" y="2716865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514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GUI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72768" y="28620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20440" y="233172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21608" y="2569464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009" y="2716865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07408" y="2514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07408" y="28620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layer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55080" y="233172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56248" y="2569464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649" y="2716865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42048" y="2514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242048" y="28620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products.db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907792" y="2711196"/>
            <a:ext cx="292608" cy="29260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870" y="2787274"/>
            <a:ext cx="140452" cy="14045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742432" y="2711196"/>
            <a:ext cx="292608" cy="29260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8510" y="2787274"/>
            <a:ext cx="140452" cy="14045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85800" y="379476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2F6FA"/>
          </a:solidFill>
          <a:ln/>
        </p:spPr>
      </p:sp>
      <p:sp>
        <p:nvSpPr>
          <p:cNvPr id="25" name="Text 18"/>
          <p:cNvSpPr/>
          <p:nvPr/>
        </p:nvSpPr>
        <p:spPr>
          <a:xfrm>
            <a:off x="914400" y="37947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layer.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PyQt5 GUI communicates exclusively through database.py, which handles every query against one SQLite file — ensuring consistency and simplifying maintenance.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tables power the entire system.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950208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11226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23113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8176" y="209397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" y="2715768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username, password, role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36592" y="1874520"/>
            <a:ext cx="3950208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74336" y="211226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22311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96128" y="209397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74336" y="2715768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category, price, quantity,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low_stock_threshold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93008"/>
            <a:ext cx="3950208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3730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84962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08176" y="371246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86384" y="4334256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contact, phone, email, address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36592" y="3493008"/>
            <a:ext cx="3950208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74336" y="3730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84962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96128" y="371246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974336" y="4334256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product_id, type (IN/OUT),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qty, timestamp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50208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203704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85" y="2351105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20824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Table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2386584"/>
            <a:ext cx="2807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 across all columns.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36592" y="1783080"/>
            <a:ext cx="3950208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74336" y="2203704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737" y="2351105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96712" y="2020824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696712" y="2386584"/>
            <a:ext cx="2807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dialog drives both actions.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401568"/>
            <a:ext cx="3950208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6384" y="382219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85" y="396959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63931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Categories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08760" y="4005072"/>
            <a:ext cx="2807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GPU, CPU, RAM, Monitor, Storage, PSU, and more.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36592" y="3401568"/>
            <a:ext cx="3950208" cy="1417320"/>
          </a:xfrm>
          <a:prstGeom prst="roundRect">
            <a:avLst>
              <a:gd name="adj" fmla="val 5806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74336" y="382219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737" y="396959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96712" y="363931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696712" y="4005072"/>
            <a:ext cx="2807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banner flags items below threshold.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 / Out &amp; Supplier Reports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50208" cy="3154680"/>
          </a:xfrm>
          <a:prstGeom prst="roundRect">
            <a:avLst>
              <a:gd name="adj" fmla="val 2899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84248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40" y="2122140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02536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1248" y="2743200"/>
            <a:ext cx="34015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Auto-adjusts product quantity on every IN/OUT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overselling — prevents negative stock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low-stock banner updates in real 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36592" y="1691640"/>
            <a:ext cx="3950208" cy="3154680"/>
          </a:xfrm>
          <a:prstGeom prst="roundRect">
            <a:avLst>
              <a:gd name="adj" fmla="val 2899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984248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092" y="2122140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96712" y="2002536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&amp; Reports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5029200" y="2743200"/>
            <a:ext cx="34015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supplier directory with contact details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 totals tracked per product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export for reports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 &amp;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50208" cy="3154680"/>
          </a:xfrm>
          <a:prstGeom prst="roundRect">
            <a:avLst>
              <a:gd name="adj" fmla="val 2899"/>
            </a:avLst>
          </a:prstGeom>
          <a:solidFill>
            <a:srgbClr val="F3F6F8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84248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E2F6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40" y="2122140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02536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Solved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743200"/>
            <a:ext cx="34015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counts stay in sync via a single data layer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Overselling prevented with quantity validation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dialog reused for add/edit — less code, fewer bugs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36592" y="1691640"/>
            <a:ext cx="3950208" cy="3154680"/>
          </a:xfrm>
          <a:prstGeom prst="roundRect">
            <a:avLst>
              <a:gd name="adj" fmla="val 2899"/>
            </a:avLst>
          </a:prstGeom>
          <a:solidFill>
            <a:srgbClr val="161A22"/>
          </a:solidFill>
          <a:ln/>
          <a:effectLst>
            <a:outerShdw sx="100000" sy="100000" kx="0" ky="0" algn="bl" rotWithShape="0" blurRad="88900" dist="25400" dir="5400000">
              <a:srgbClr val="1B2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984248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1B23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092" y="2122140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96712" y="2002536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029200" y="2770632"/>
            <a:ext cx="292608" cy="29260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49824" y="275234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(bcrypt)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29200" y="3246120"/>
            <a:ext cx="292608" cy="29260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49824" y="3227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Supplier–product linking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0" y="3721608"/>
            <a:ext cx="292608" cy="29260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49824" y="3703320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charts &amp; dashboards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029200" y="4197096"/>
            <a:ext cx="292608" cy="29260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49824" y="417880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188720"/>
            <a:ext cx="3474720" cy="3474720"/>
          </a:xfrm>
          <a:prstGeom prst="ellipse">
            <a:avLst/>
          </a:prstGeom>
          <a:ln w="1270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-777240"/>
            <a:ext cx="2651760" cy="2651760"/>
          </a:xfrm>
          <a:prstGeom prst="ellipse">
            <a:avLst/>
          </a:prstGeom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"/>
            <a:ext cx="1828800" cy="1828800"/>
          </a:xfrm>
          <a:prstGeom prst="ellipse">
            <a:avLst/>
          </a:prstGeom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74736" y="4937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-1371600" y="2926080"/>
            <a:ext cx="3474720" cy="3474720"/>
          </a:xfrm>
          <a:prstGeom prst="ellipse">
            <a:avLst/>
          </a:prstGeom>
          <a:ln w="12700">
            <a:solidFill>
              <a:srgbClr val="22D3EE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960120" y="3337560"/>
            <a:ext cx="2651760" cy="2651760"/>
          </a:xfrm>
          <a:prstGeom prst="ellipse">
            <a:avLst/>
          </a:prstGeom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548640" y="3749040"/>
            <a:ext cx="1828800" cy="1828800"/>
          </a:xfrm>
          <a:prstGeom prst="ellipse">
            <a:avLst/>
          </a:prstGeom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46085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148132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CoreStock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production-ready desktop inventory system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Python.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16459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182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Hashir Zahid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8B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2026(S)-CYS-40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2330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187952"/>
            <a:ext cx="219456" cy="219456"/>
          </a:xfrm>
          <a:prstGeom prst="rect">
            <a:avLst/>
          </a:prstGeom>
        </p:spPr>
      </p:pic>
      <p:sp>
        <p:nvSpPr>
          <p:cNvPr id="17" name="Text 14">
            <a:hlinkClick r:id="rIdundefined" tooltip=""/>
          </p:cNvPr>
          <p:cNvSpPr/>
          <p:nvPr/>
        </p:nvSpPr>
        <p:spPr>
          <a:xfrm>
            <a:off x="1225296" y="4069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on GitHub</a:t>
            </a:r>
            <a:endParaRPr lang="en-US" sz="12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github.com/Hashirzahyd/HashirZahid_2026S-CYS-40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CoreStock — PC Store Management System</dc:title>
  <dc:subject>PptxGenJS Presentation</dc:subject>
  <dc:creator>Hashir Zahid</dc:creator>
  <cp:lastModifiedBy>Hashir Zahid</cp:lastModifiedBy>
  <cp:revision>1</cp:revision>
  <dcterms:created xsi:type="dcterms:W3CDTF">2026-06-28T16:48:30Z</dcterms:created>
  <dcterms:modified xsi:type="dcterms:W3CDTF">2026-06-28T16:48:30Z</dcterms:modified>
</cp:coreProperties>
</file>